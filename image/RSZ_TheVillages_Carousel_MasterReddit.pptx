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Nearby ZIPs can create</a:t>
            </a:r>
            <a:br>
              <a:rPr dirty="0"/>
            </a:br>
            <a:r>
              <a:rPr dirty="0"/>
              <a:t>very different retirement outcomes.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068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C23E"/>
                </a:solidFill>
              </a:defRPr>
            </a:pPr>
            <a:r>
              <a:rPr dirty="0"/>
              <a:t>$330k vs $482k home values • 34% vs 89% retiree share</a:t>
            </a:r>
          </a:p>
        </p:txBody>
      </p:sp>
      <p:pic>
        <p:nvPicPr>
          <p:cNvPr id="4" name="Picture 3" descr="e6eb3dc9-2b06-440c-aba3-06c186241c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15" y="1122844"/>
            <a:ext cx="8325010" cy="5618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RetireSmartZIP™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Kniseley</cp:lastModifiedBy>
  <cp:revision>4</cp:revision>
  <dcterms:created xsi:type="dcterms:W3CDTF">2013-01-27T09:14:16Z</dcterms:created>
  <dcterms:modified xsi:type="dcterms:W3CDTF">2026-05-12T16:33:00Z</dcterms:modified>
  <cp:category/>
</cp:coreProperties>
</file>